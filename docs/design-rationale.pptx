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Song. This is commentToFix — my take on the theme. The one-line pitch: you comment on a live pre-production site the way you'd comment on a Google Doc, and an agent picks the comment up with the full runtime context, ships a fix to a preview deployment, and you keep iterating in that same thread until it's a merged PR. Everything you'll see is live at commenttofix.onrender.com — nothing to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theme. Today UI feedback dies in transit: a screenshot goes to Slack, becomes a ticket, an engineer fails to reproduce it because the context is gone, and by the time a fix ships nobody re-checks the original complaint. The bet: make the page itself the ticket. Commenting captures a full runtime bundle at click time — screenshot, DOM snapshot, network trace with trace ids, console, the exact sha and viewport — which is a perfect repro by construction. And the agent iterates inside the same thread, so verification is just... looking at the preview it posts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ideas I think are non-obvious. First, versioning: the sha you comment on is the iteration base. Comment on an old preview and the agent branches off that version — rollback becomes 'comment on the one you liked'. Second, comments are a control plane: a follow-up mid-analysis interrupts and combines; during coding it queues; queued comments coalesce into one task. Third, the capture bundle is the agent's context — evidence, not prose; the package chip on every comment shows exactly what the agent saw. Fourth, the thread is the audit trail: append-only, role-gated approval, and the PR diff is always original base to final preview with every step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decision: simulate at the seams, build everything else for real. The agent's reasoning and the git, deploy, and PR side effects are fakes — but behind real interfaces, so swapping in a real Claude Code worktree runner is an env var. What's real is the part that's actually hard: the durable task queue with atomic claims, leases, retries, a dead-letter queue and a janitor; SSE; migrations; rate limiting. Second: SQLite and an in-process queue over Postgres and a broker — zero ops for a clickable POC, a conscious single-instance ceiling. Third: capture safety as a feature — layered redaction client and server side. Fourth: a strict decide/deliver/execute split, which is why 85 tests run in two seconds, and why I can demo worker crashes live with the chaos keywords.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more time, two tracks. Make it real: swap the fake launcher for actual Claude Code running in a worktree per iteration, real branch pushes and per-sha preview environments, real PRs, and real auth — each behind a seam that already exists. Make it safe and scalable: harden capture privacy with allowlist DOM capture, retention TTLs and encryption; move to Postgres and a real broker, which is mechanical because the queue semantics already match; and package the widget as an embeddable SDK so one script tag adds this to any staging site. The point of the slide: nothing here requires re-architecting.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and effort: roughly 20 hours across nights and a weekend. About 3,600 lines of application code — 2,600 Python, 1,000 TypeScript — with 85 tests that run in about two seconds because timers shrink under test. Deployed as two services on Render from a Blueprint file in the repo. Where the time actually went: the hard 40% was queue and agent orchestration — interrupts, coalescing, crash recovery. The rest split across the capture engine and widget, tests and observability, and the demo site and deploy. It's live — commenttofix.onrender.com. Type '@agent this button style is not right' on the demo page and watch the thread run. Thanks!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 — INTERVIEW POC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commentToFix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a live site like a Google Doc — an agent captures the runtime context,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 fix to a preview deployment, and you iterate in the same thread until the PR merges.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836676" cy="420624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836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59636" y="37947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43684" y="3794760"/>
            <a:ext cx="992124" cy="420624"/>
          </a:xfrm>
          <a:prstGeom prst="roundRect">
            <a:avLst>
              <a:gd name="adj" fmla="val 50000"/>
            </a:avLst>
          </a:prstGeom>
          <a:solidFill>
            <a:srgbClr val="3A3A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43684" y="3794760"/>
            <a:ext cx="99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37947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19856" y="3794760"/>
            <a:ext cx="758952" cy="420624"/>
          </a:xfrm>
          <a:prstGeom prst="roundRect">
            <a:avLst>
              <a:gd name="adj" fmla="val 50000"/>
            </a:avLst>
          </a:prstGeom>
          <a:solidFill>
            <a:srgbClr val="3A3A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19856" y="3794760"/>
            <a:ext cx="758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78808" y="37947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62856" y="3794760"/>
            <a:ext cx="992124" cy="420624"/>
          </a:xfrm>
          <a:prstGeom prst="roundRect">
            <a:avLst>
              <a:gd name="adj" fmla="val 50000"/>
            </a:avLst>
          </a:prstGeom>
          <a:solidFill>
            <a:srgbClr val="3A3A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62856" y="3794760"/>
            <a:ext cx="99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54980" y="37947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39028" y="3794760"/>
            <a:ext cx="1303020" cy="420624"/>
          </a:xfrm>
          <a:prstGeom prst="roundRect">
            <a:avLst>
              <a:gd name="adj" fmla="val 50000"/>
            </a:avLst>
          </a:prstGeom>
          <a:solidFill>
            <a:srgbClr val="30A4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39028" y="3794760"/>
            <a:ext cx="1303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ready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37947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6096" y="3794760"/>
            <a:ext cx="992124" cy="420624"/>
          </a:xfrm>
          <a:prstGeom prst="roundRect">
            <a:avLst>
              <a:gd name="adj" fmla="val 50000"/>
            </a:avLst>
          </a:prstGeom>
          <a:solidFill>
            <a:srgbClr val="3A3A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26096" y="3794760"/>
            <a:ext cx="99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commenttofix.onrender.com</a:t>
            </a:r>
            <a:pPr indent="0" marL="0">
              <a:buNone/>
            </a:pPr>
            <a:r>
              <a:rPr lang="en-US" sz="13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Repo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github.com/totorohxms/comment-to-fix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this: feedback dies in transit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4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UI feedback travels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194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5798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spots a bug on staging, takes a screenshot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88720" y="3035808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9992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lands in Slack, then becomes a ticket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88720" y="3877056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404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tries to reproduce — wrong build, wrong viewport, context gone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88720" y="4718304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68172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ships days later; nobody re-checks the original complaint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EFEC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 this POC makes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29400" y="22402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3317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17804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where the bug lives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2468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itself is the ticket: click an element, type, done.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29400" y="33192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1071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78040" y="3273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 click-time = perfect repro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7178040" y="35478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Screenshot, DOM, network trace, console, sha, viewport — bundled automatically the moment you comment.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43982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489704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178040" y="4352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in the thread, not in Jira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7178040" y="462686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posts previews back into the conversation; follow-ups refine the same fix.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 I chose: collapse the report → reproduce → fix → verify loop into one conversation on the artifact itself.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non-obvious parts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230368" cy="2286000"/>
          </a:xfrm>
          <a:prstGeom prst="roundRect">
            <a:avLst>
              <a:gd name="adj" fmla="val 4800"/>
            </a:avLst>
          </a:prstGeom>
          <a:solidFill>
            <a:srgbClr val="EFECF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627632"/>
            <a:ext cx="420624" cy="420624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7282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64208" y="1572768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 you comment on is the iteration base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2402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the production page → the agent branches off the thread's tip. Comment on an older preview → it branches off that version: rollback is just commenting on the version you liked. The PR diff is always base…final, every intermediate sha kept as history.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44768" y="1371600"/>
            <a:ext cx="5230368" cy="2286000"/>
          </a:xfrm>
          <a:prstGeom prst="roundRect">
            <a:avLst>
              <a:gd name="adj" fmla="val 4800"/>
            </a:avLst>
          </a:prstGeom>
          <a:solidFill>
            <a:srgbClr val="F4F4F6"/>
          </a:solidFill>
          <a:ln/>
        </p:spPr>
      </p:sp>
      <p:sp>
        <p:nvSpPr>
          <p:cNvPr id="9" name="Shape 6"/>
          <p:cNvSpPr/>
          <p:nvPr/>
        </p:nvSpPr>
        <p:spPr>
          <a:xfrm>
            <a:off x="6419088" y="1627632"/>
            <a:ext cx="420624" cy="420624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72821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86016" y="1572768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are the agent's control plane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19088" y="22402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during analysis interrupts the run and combines intents. During coding or deploy it queues for the next iteration. Multiple queued comments coalesce into one task — the thread is a scheduler, not a chat log.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840480"/>
            <a:ext cx="5230368" cy="2286000"/>
          </a:xfrm>
          <a:prstGeom prst="roundRect">
            <a:avLst>
              <a:gd name="adj" fmla="val 4800"/>
            </a:avLst>
          </a:prstGeom>
          <a:solidFill>
            <a:srgbClr val="F4F4F6"/>
          </a:solidFill>
          <a:ln/>
        </p:spPr>
      </p:sp>
      <p:sp>
        <p:nvSpPr>
          <p:cNvPr id="14" name="Shape 10"/>
          <p:cNvSpPr/>
          <p:nvPr/>
        </p:nvSpPr>
        <p:spPr>
          <a:xfrm>
            <a:off x="1097280" y="4096512"/>
            <a:ext cx="420624" cy="420624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419709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64208" y="4041648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 bundle is the agent's context window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70916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prose bug report, the agent gets evidence: DOM snapshot to locate the element, network trace ids to follow the data, console to see errors. Click the capture chip on any comment to inspect exactly what it saw.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44768" y="3840480"/>
            <a:ext cx="5230368" cy="2286000"/>
          </a:xfrm>
          <a:prstGeom prst="roundRect">
            <a:avLst>
              <a:gd name="adj" fmla="val 4800"/>
            </a:avLst>
          </a:prstGeom>
          <a:solidFill>
            <a:srgbClr val="EFEC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419088" y="4096512"/>
            <a:ext cx="420624" cy="420624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19709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86016" y="4041648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is the audit trail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19088" y="470916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comments, system narration of every phase, role-gated approval (only engineers see Approve → open PR), and closed threads freeze their previews read-only. The conversation is the change record.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&amp; tradeoffs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80744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72184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at the seams, build the rest for real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1848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fake-claude, fake git/deploy/PR sit behind real GitClient / PreviewDeployer / PRService / TaskLauncher interfaces. Everything around them is production-shaped: durable queue (atomic claims, leases, retries, DLQ, janitor), SSE, migrations, rate limits.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46720" y="1325880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EFEC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0" y="14356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patches are keyword→CSS, not real edits — but swapping in real Claude Code is one env var, and the demo is free, fast, and deterministic.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2724912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63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67004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in-process queue, not Postgres + broker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962656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owns state and workers; threads, previews and the queue survive restarts via migrations + startup recovery. Zero infra to operate for a POC a reviewer just clicks.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2670048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EFECF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0" y="2779776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hard single-instance ceiling — accepted consciously; the queue's claim/lease semantics are broker-shaped so the swap is mechanical.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01421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safety treated as a feature, not a footnote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306824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is runtime surveillance: secrets and PII can ride in URLs, DOM and console. Redaction runs client-side first, then again server-side (tokens, JWTs, password values), with per-field caps and a total bundle ceiling.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46720" y="4014216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EFECF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0" y="4123944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POC-grade — production needs allowlist DOM capture, retention TTLs, encryption at rest.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22960" y="5413248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5046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71600" y="535838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split: decide / deliver / execute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371600" y="565099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runner.py decides and narrates (interrupt policy, base shas, system comments), queue.py delivers (leases, retries), agent.py executes. Policy is testable without workers: 85 tests run in ~2 s on shrunk timers.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046720" y="5358384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EFECF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0" y="546811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more moving parts than one loop — paid for by chaos keywords (flaky / fatal / vanish) demoing failure handling live.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more time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real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83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Claude Code launcher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665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worktree per iteration off the base sha; capture bundle handed over as context; diff returned through the existing TaskLauncher seam.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3035808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990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 + preview deploys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2735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branches, per-sha preview environments (Vercel-style), real PRs via the PRService seam.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4242816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3425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197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 &amp; sessions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4805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user header with sessions/SSO; roles already modeled and enforced.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6263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safe &amp; scalable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63640" y="1828800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2280" y="1783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privacy hardening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812280" y="20665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DOM capture, bodies off by default, retention TTLs + deletion, encryption at rest, bundle access scoped to thread participants.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3035808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12724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12280" y="2990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real broker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6812280" y="32735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single-instance ceiling; the queue's claim/lease/DLQ semantics map 1:1 onto SQS or a Postgres job table.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263640" y="4242816"/>
            <a:ext cx="402336" cy="402336"/>
          </a:xfrm>
          <a:prstGeom prst="ellipse">
            <a:avLst/>
          </a:prstGeom>
          <a:solidFill>
            <a:srgbClr val="EFECF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33425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12280" y="4197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widget SDK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6812280" y="44805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tag drops the comment layer onto any staging site; the demo site becomes just one host among many.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extension lands behind an interface that already exists — nothing on this slide requires re-architecting.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effort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2626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hrs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time,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&amp; a weekend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11296" y="1554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2626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11296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3.6k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94176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app 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(2.6k Python · 1.0k TS)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554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2626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99632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running in ~2 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shrunk timers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87968" y="1554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2626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87968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70848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on Render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B9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from a Blueprint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went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805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agent orchestration (interrupt / coalesce / recovery) — the hard 40%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engine + widget UX — 30%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observability, redaction — 20%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site, deploy, docs — 10%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55280" y="4069080"/>
            <a:ext cx="3401568" cy="1874520"/>
          </a:xfrm>
          <a:prstGeom prst="roundRect">
            <a:avLst>
              <a:gd name="adj" fmla="val 5854"/>
            </a:avLst>
          </a:prstGeom>
          <a:solidFill>
            <a:srgbClr val="6E56C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617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commenttofix.onrender.com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“@agent this button style is not right”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watch the thread.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Feng · fengsong90@gmail.com · Aug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2026-08-27T21:32:00Z</dcterms:created>
  <dcterms:modified xsi:type="dcterms:W3CDTF">2026-08-27T21:32:00Z</dcterms:modified>
</cp:coreProperties>
</file>